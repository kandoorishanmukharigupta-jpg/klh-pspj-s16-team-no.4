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41080" y="685800"/>
            <a:ext cx="2148840" cy="2148840"/>
          </a:xfrm>
          <a:prstGeom prst="ellipse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253728" y="914400"/>
            <a:ext cx="2148840" cy="2148840"/>
          </a:xfrm>
          <a:prstGeom prst="ellipse">
            <a:avLst/>
          </a:prstGeom>
          <a:solidFill>
            <a:srgbClr val="143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3657600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458200" y="3657600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0" y="3657600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29800" y="3657600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4133087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58200" y="4133087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0" y="4133087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29800" y="4133087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0" y="4608576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58200" y="4608576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0" y="4608576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829800" y="4608576"/>
            <a:ext cx="612648" cy="384048"/>
          </a:xfrm>
          <a:prstGeom prst="rect">
            <a:avLst/>
          </a:prstGeom>
          <a:solidFill>
            <a:srgbClr val="257153"/>
          </a:solidFill>
          <a:ln>
            <a:solidFill>
              <a:srgbClr val="589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0" y="3429000"/>
            <a:ext cx="27432" cy="1828800"/>
          </a:xfrm>
          <a:prstGeom prst="rect">
            <a:avLst/>
          </a:prstGeom>
          <a:solidFill>
            <a:srgbClr val="649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3429000"/>
            <a:ext cx="27432" cy="1828800"/>
          </a:xfrm>
          <a:prstGeom prst="rect">
            <a:avLst/>
          </a:prstGeom>
          <a:solidFill>
            <a:srgbClr val="649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3429000"/>
            <a:ext cx="27432" cy="1828800"/>
          </a:xfrm>
          <a:prstGeom prst="rect">
            <a:avLst/>
          </a:prstGeom>
          <a:solidFill>
            <a:srgbClr val="649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0" y="3429000"/>
            <a:ext cx="27432" cy="1828800"/>
          </a:xfrm>
          <a:prstGeom prst="rect">
            <a:avLst/>
          </a:prstGeom>
          <a:solidFill>
            <a:srgbClr val="649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241280" y="3429000"/>
            <a:ext cx="27432" cy="1828800"/>
          </a:xfrm>
          <a:prstGeom prst="rect">
            <a:avLst/>
          </a:prstGeom>
          <a:solidFill>
            <a:srgbClr val="649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685800"/>
            <a:ext cx="5120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C4E05B"/>
                </a:solidFill>
                <a:latin typeface="Aptos"/>
              </a:rPr>
              <a:t>JAVA PROJECT  •  BATCH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417320"/>
            <a:ext cx="667512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Rooftop Solar
Energy 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246120"/>
            <a:ext cx="61264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D3E2D8"/>
                </a:solidFill>
                <a:latin typeface="Aptos"/>
              </a:rPr>
              <a:t>A simple Java application to calculate solar power and report panel status.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297680"/>
            <a:ext cx="914400" cy="64008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4663440"/>
            <a:ext cx="594360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K. Shanmuk  •  2620040047
D. Sri Pavan Ranga  •  2620040106
K. Sai Varshith Krishna  •  2620040129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355080"/>
            <a:ext cx="5029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C4E05B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64008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100" b="1">
                <a:solidFill>
                  <a:srgbClr val="14312B"/>
                </a:solidFill>
                <a:latin typeface="Aptos"/>
              </a:rPr>
              <a:t>The Rooftop Solar Energy Monitor is a Java console program that accepts voltage and current, calculates electrical power, and displays a simple performance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691640"/>
            <a:ext cx="3886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43800" y="1691640"/>
            <a:ext cx="82296" cy="118872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63256" y="1856232"/>
            <a:ext cx="3520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3256" y="2258568"/>
            <a:ext cx="352044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Voltage (V) and current 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063240"/>
            <a:ext cx="3886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800" y="3063240"/>
            <a:ext cx="82296" cy="1188720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63256" y="3227832"/>
            <a:ext cx="3520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3630168"/>
            <a:ext cx="352044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Power = Voltage × Current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434840"/>
            <a:ext cx="3886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43800" y="4434840"/>
            <a:ext cx="82296" cy="118872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63256" y="4599431"/>
            <a:ext cx="3520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5001768"/>
            <a:ext cx="3520440" cy="4937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Power reading, status, and panel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03320"/>
            <a:ext cx="61264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C7067"/>
                </a:solidFill>
                <a:latin typeface="Aptos"/>
              </a:rPr>
              <a:t>The project demonstrates core Java programming through input, conditions, methods, strings, exception handling, and a collection.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02 / 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82296" cy="182880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8562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258568"/>
            <a:ext cx="484632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C7067"/>
                </a:solidFill>
                <a:latin typeface="Aptos"/>
              </a:rPr>
              <a:t>Solar panel readings need a simple way to convert voltage and current into power and communicate the result clearly.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82296" cy="182880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856232"/>
            <a:ext cx="4846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258568"/>
            <a:ext cx="484632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5C7067"/>
                </a:solidFill>
                <a:latin typeface="Aptos"/>
              </a:rPr>
              <a:t>Build a beginner-friendly Java program that calculates power, classifies the reading, and displays panel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257153"/>
                </a:solidFill>
                <a:latin typeface="Aptos"/>
              </a:rPr>
              <a:t>PROJECT GOALS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07992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1" y="4434840"/>
            <a:ext cx="1016812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312B"/>
                </a:solidFill>
                <a:latin typeface="Aptos"/>
              </a:rPr>
              <a:t>Accept voltage and current from the user.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10912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4937759"/>
            <a:ext cx="1016812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312B"/>
                </a:solidFill>
                <a:latin typeface="Aptos"/>
              </a:rPr>
              <a:t>Calculate power using P = V × I.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513831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1" y="5440679"/>
            <a:ext cx="1016812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312B"/>
                </a:solidFill>
                <a:latin typeface="Aptos"/>
              </a:rPr>
              <a:t>Display a readable status and panel details.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03 /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How the Program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9385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16736" y="1691640"/>
            <a:ext cx="603504" cy="603504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16736" y="1847088"/>
            <a:ext cx="60350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60320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312B"/>
                </a:solidFill>
                <a:latin typeface="Aptos"/>
              </a:rPr>
              <a:t>Read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157276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Voltage &amp;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274320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BE3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2656" y="2148840"/>
            <a:ext cx="19385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21024" y="1691640"/>
            <a:ext cx="603504" cy="603504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1847088"/>
            <a:ext cx="60350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560320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312B"/>
                </a:solidFill>
                <a:latin typeface="Aptos"/>
              </a:rPr>
              <a:t>Calculate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3063240"/>
            <a:ext cx="157276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P = V ×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74320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BE3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66944" y="2148840"/>
            <a:ext cx="19385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25312" y="1691640"/>
            <a:ext cx="603504" cy="603504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5312" y="1847088"/>
            <a:ext cx="60350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560320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312B"/>
                </a:solidFill>
                <a:latin typeface="Aptos"/>
              </a:rPr>
              <a:t>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3063240"/>
            <a:ext cx="157276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Apply if–else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274320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BE3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2" y="2148840"/>
            <a:ext cx="19385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0" y="1691640"/>
            <a:ext cx="603504" cy="603504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1847088"/>
            <a:ext cx="60350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560320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312B"/>
                </a:solidFill>
                <a:latin typeface="Aptos"/>
              </a:rPr>
              <a:t>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063240"/>
            <a:ext cx="157276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Power &amp;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2743200"/>
            <a:ext cx="320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BE3F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148840"/>
            <a:ext cx="19385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33888" y="1691640"/>
            <a:ext cx="603504" cy="603504"/>
          </a:xfrm>
          <a:prstGeom prst="ellipse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33888" y="1847088"/>
            <a:ext cx="60350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4312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560320"/>
            <a:ext cx="1572768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4312B"/>
                </a:solidFill>
                <a:latin typeface="Aptos"/>
              </a:rPr>
              <a:t>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063240"/>
            <a:ext cx="157276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Store panel in 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107899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57153"/>
                </a:solidFill>
                <a:latin typeface="Aptos"/>
              </a:rPr>
              <a:t>Current implementation processes one voltage–current reading and adds one panel object to an ArrayList.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04 / CORE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Power Calculation &amp; Status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937760" cy="2057400"/>
          </a:xfrm>
          <a:prstGeom prst="roundRect">
            <a:avLst/>
          </a:prstGeom>
          <a:solidFill>
            <a:srgbClr val="143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42976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C4E05B"/>
                </a:solidFill>
                <a:latin typeface="Aptos"/>
              </a:rPr>
              <a:t>ELECTRICAL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29768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P = V ×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D3E2D8"/>
                </a:solidFill>
                <a:latin typeface="Aptos"/>
              </a:rPr>
              <a:t>Power (W) = Voltage (V) × Current (A)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82296" cy="100584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901952"/>
            <a:ext cx="47548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Current code: 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304288"/>
            <a:ext cx="47548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Displayed when power is greater than 400 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971800"/>
            <a:ext cx="5120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971800"/>
            <a:ext cx="82296" cy="100584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3136392"/>
            <a:ext cx="47548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Current code: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538728"/>
            <a:ext cx="475487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Displayed when power is 400 W or less.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343400"/>
            <a:ext cx="5120640" cy="1051560"/>
          </a:xfrm>
          <a:prstGeom prst="roundRect">
            <a:avLst/>
          </a:prstGeom>
          <a:solidFill>
            <a:srgbClr val="E5EEE0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80"/>
            <a:ext cx="466344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4312B"/>
                </a:solidFill>
                <a:latin typeface="Aptos"/>
              </a:rPr>
              <a:t>Recommended project thresholds:
NORMAL ≥ 500 W  •  MODERATE 300–499.99 W  •  LOW POWER &lt; 300 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05 / PROGRAM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Main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82296" cy="182880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856232"/>
            <a:ext cx="3154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Solar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58568"/>
            <a:ext cx="315468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C7067"/>
                </a:solidFill>
                <a:latin typeface="Aptos"/>
              </a:rPr>
              <a:t>Stores panelId and power. Its constructor assigns values to these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82296" cy="1828800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1856232"/>
            <a:ext cx="3154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Main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258568"/>
            <a:ext cx="315468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C7067"/>
                </a:solidFill>
                <a:latin typeface="Aptos"/>
              </a:rPr>
              <a:t>Reads input, calculates power, runs the status check, and prints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82296" cy="182880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856232"/>
            <a:ext cx="3154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showPower()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258568"/>
            <a:ext cx="315468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C7067"/>
                </a:solidFill>
                <a:latin typeface="Aptos"/>
              </a:rPr>
              <a:t>A static method that receives the calculated power and displays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103327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57153"/>
                </a:solidFill>
                <a:latin typeface="Aptos"/>
              </a:rPr>
              <a:t>Data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4241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4312B"/>
                </a:solidFill>
                <a:latin typeface="Aptos"/>
              </a:rPr>
              <a:t>User input  →  power calculation  →  status message  →  method output  →  Solar object stored in ArrayList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06 / JAVA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Concepts Demonstrated in the Current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82296" cy="82296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810512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Datatypes &amp; operators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1284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double, int, multiplication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645920"/>
            <a:ext cx="82296" cy="82296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74536" y="1810512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21284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Reads voltage and current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9748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82296" cy="822960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2862072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Control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26440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if–else and enhanced for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69748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697480"/>
            <a:ext cx="82296" cy="822960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74536" y="2862072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26440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showPower(double p)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49039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3749039"/>
            <a:ext cx="82296" cy="82296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3913631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Strings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31596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toUpperCase(), length()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49039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3749039"/>
            <a:ext cx="82296" cy="82296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74536" y="3913631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Exception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431596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try–catch with integer parsing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0060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800600"/>
            <a:ext cx="82296" cy="82296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976" y="4965192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ArrayList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536752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Stores a Solar panel object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80060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4800600"/>
            <a:ext cx="82296" cy="82296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74536" y="4965192"/>
            <a:ext cx="4892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Class &amp; constructor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4536" y="5367528"/>
            <a:ext cx="489204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7067"/>
                </a:solidFill>
                <a:latin typeface="Aptos"/>
              </a:rPr>
              <a:t>Solar class and Solar(...) constructor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D684E"/>
                </a:solidFill>
                <a:latin typeface="Aptos"/>
              </a:rPr>
              <a:t>Note: ArrayList is a collection; it is not the same as a Java array.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07 /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Concepts Still to Add for the Full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82296" cy="150876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85623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1.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58568"/>
            <a:ext cx="3108960" cy="8138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Use a double[] or 2D array to store multiple panel readings.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82296" cy="1508760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185623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2. Inheritance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258568"/>
            <a:ext cx="3108960" cy="8138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Create a SolarPanel parent class and a child class using extends.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916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1691640"/>
            <a:ext cx="82296" cy="150876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856232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3. Overloading / overriding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258568"/>
            <a:ext cx="3108960" cy="8138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Add a second showPower() signature or demonstrate an overridden method.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101498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800" b="1" dirty="0">
                <a:solidFill>
                  <a:srgbClr val="14312B"/>
                </a:solidFill>
                <a:latin typeface="Aptos"/>
              </a:rPr>
              <a:t> </a:t>
            </a:r>
            <a:endParaRPr sz="1800" b="1" dirty="0">
              <a:solidFill>
                <a:srgbClr val="14312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08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Sample Console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6858000" cy="3931920"/>
          </a:xfrm>
          <a:prstGeom prst="roundRect">
            <a:avLst/>
          </a:prstGeom>
          <a:solidFill>
            <a:srgbClr val="143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965960"/>
            <a:ext cx="6217920" cy="3474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DDEFDE"/>
                </a:solidFill>
                <a:latin typeface="Consolas"/>
              </a:rPr>
              <a:t>Enter voltage: 24
Enter current: 20
Status: Good
Total Power: 480.0W
Parsed value: 100
Upper: SOLAR SYSTEM
Length: 12
--- Collection List ---
Panel: P1 Power: 480.0W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2024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1920240"/>
            <a:ext cx="82296" cy="132588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49056" y="2084832"/>
            <a:ext cx="2468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2487168"/>
            <a:ext cx="2468880" cy="6309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24 V and 20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520440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3520440"/>
            <a:ext cx="82296" cy="1325880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49056" y="3685032"/>
            <a:ext cx="2468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Calculated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4087368"/>
            <a:ext cx="2468880" cy="6309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C7067"/>
                </a:solidFill>
                <a:latin typeface="Aptos"/>
              </a:rPr>
              <a:t>24 × 20 = 480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074920"/>
            <a:ext cx="2834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5C7067"/>
                </a:solidFill>
                <a:latin typeface="Aptos"/>
              </a:rPr>
              <a:t>Illustrative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09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Benefits &amp; Current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82296" cy="182880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856232"/>
            <a:ext cx="47548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58568"/>
            <a:ext cx="4754879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C7067"/>
                </a:solidFill>
                <a:latin typeface="Aptos"/>
              </a:rPr>
              <a:t>• Simple console interaction
• Quick power calculation
• Readable output
• Demonstrates core Java 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82296" cy="1828800"/>
          </a:xfrm>
          <a:prstGeom prst="rect">
            <a:avLst/>
          </a:prstGeom>
          <a:solidFill>
            <a:srgbClr val="DD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856232"/>
            <a:ext cx="47548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258568"/>
            <a:ext cx="4754879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C7067"/>
                </a:solidFill>
                <a:latin typeface="Aptos"/>
              </a:rPr>
              <a:t>• Only one reading per run
• Current threshold differs from the project specification
• No array-based panel analysis
• No total/average across multiple panels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57153"/>
                </a:solidFill>
                <a:latin typeface="Aptos"/>
              </a:rPr>
              <a:t>Next steps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645152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4572000"/>
            <a:ext cx="1007668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4312B"/>
                </a:solidFill>
                <a:latin typeface="Aptos"/>
              </a:rPr>
              <a:t>Accept readings for multiple panels.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48072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5074920"/>
            <a:ext cx="1007668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4312B"/>
                </a:solidFill>
                <a:latin typeface="Aptos"/>
              </a:rPr>
              <a:t>Calculate total and average power.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650992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5577840"/>
            <a:ext cx="10076688" cy="4663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14312B"/>
                </a:solidFill>
                <a:latin typeface="Aptos"/>
              </a:rPr>
              <a:t>Apply the agreed NORMAL / MODERATE / LOW POWER thresholds.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10 /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64008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200" b="1">
                <a:solidFill>
                  <a:srgbClr val="14312B"/>
                </a:solidFill>
                <a:latin typeface="Aptos"/>
              </a:rPr>
              <a:t>The project shows how Java can turn basic electrical inputs into a clear power reading and status message.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410712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337560"/>
            <a:ext cx="623620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312B"/>
                </a:solidFill>
                <a:latin typeface="Aptos"/>
              </a:rPr>
              <a:t>Use arrays for multiple panel readings.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977639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3904487"/>
            <a:ext cx="623620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312B"/>
                </a:solidFill>
                <a:latin typeface="Aptos"/>
              </a:rPr>
              <a:t>Add inheritance and method overloading/overriding.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544568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4471416"/>
            <a:ext cx="623620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312B"/>
                </a:solidFill>
                <a:latin typeface="Aptos"/>
              </a:rPr>
              <a:t>Include total and average power calculations.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5111496"/>
            <a:ext cx="137160" cy="137160"/>
          </a:xfrm>
          <a:prstGeom prst="ellipse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" y="5038344"/>
            <a:ext cx="623620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0">
                <a:solidFill>
                  <a:srgbClr val="14312B"/>
                </a:solidFill>
                <a:latin typeface="Aptos"/>
              </a:rPr>
              <a:t>Improve input validation and error messages.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28800"/>
            <a:ext cx="3200400" cy="3108960"/>
          </a:xfrm>
          <a:prstGeom prst="roundRect">
            <a:avLst/>
          </a:prstGeom>
          <a:solidFill>
            <a:srgbClr val="143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2103120"/>
            <a:ext cx="2560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4E05B"/>
                </a:solidFill>
                <a:latin typeface="Aptos"/>
              </a:rPr>
              <a:t>SOLAR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697480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C3DAC9"/>
                </a:solidFill>
                <a:latin typeface="Aptos"/>
              </a:rPr>
              <a:t>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51760"/>
            <a:ext cx="1417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480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3558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C3DAC9"/>
                </a:solidFill>
                <a:latin typeface="Aptos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310128"/>
            <a:ext cx="1417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014216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1">
                <a:solidFill>
                  <a:srgbClr val="C3DAC9"/>
                </a:solidFill>
                <a:latin typeface="Aptos"/>
              </a:rPr>
              <a:t>PANELS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968496"/>
            <a:ext cx="1417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10896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257153"/>
                </a:solidFill>
                <a:latin typeface="Aptos"/>
              </a:rPr>
              <a:t>12 /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2700" b="1">
                <a:solidFill>
                  <a:srgbClr val="14312B"/>
                </a:solidFill>
                <a:latin typeface="Aptos"/>
              </a:rPr>
              <a:t>GitHub Link &amp; Geo-Tag Photo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85800" cy="50292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C7067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82296" cy="1645920"/>
          </a:xfrm>
          <a:prstGeom prst="rect">
            <a:avLst/>
          </a:prstGeom>
          <a:solidFill>
            <a:srgbClr val="257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1947672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350008"/>
            <a:ext cx="466344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>
                <a:solidFill>
                  <a:srgbClr val="5C7067"/>
                </a:solidFill>
                <a:latin typeface="Aptos"/>
              </a:rPr>
              <a:t>https://github.com/kandoorishanmukharigupta-jpg/KLH-PSPJ-S16-TEAM-NO.4</a:t>
            </a:r>
            <a:endParaRPr sz="1500" b="0" dirty="0">
              <a:solidFill>
                <a:srgbClr val="5C7067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82296" cy="1645920"/>
          </a:xfrm>
          <a:prstGeom prst="rect">
            <a:avLst/>
          </a:prstGeom>
          <a:solidFill>
            <a:srgbClr val="F4B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947672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4312B"/>
                </a:solidFill>
                <a:latin typeface="Aptos"/>
              </a:rPr>
              <a:t>Geo-tag photo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350008"/>
            <a:ext cx="466344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500" b="0" dirty="0">
                <a:solidFill>
                  <a:srgbClr val="5C7067"/>
                </a:solidFill>
                <a:latin typeface="Aptos"/>
              </a:rPr>
              <a:t> </a:t>
            </a:r>
            <a:endParaRPr sz="1500" b="0" dirty="0">
              <a:solidFill>
                <a:srgbClr val="5C706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4160520"/>
            <a:ext cx="98755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700" b="1" dirty="0">
                <a:solidFill>
                  <a:srgbClr val="14312B"/>
                </a:solidFill>
                <a:latin typeface="Aptos"/>
              </a:rPr>
              <a:t> </a:t>
            </a:r>
            <a:endParaRPr sz="1700" b="1" dirty="0">
              <a:solidFill>
                <a:srgbClr val="14312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1">
                <a:solidFill>
                  <a:srgbClr val="5C7067"/>
                </a:solidFill>
                <a:latin typeface="Aptos"/>
              </a:rPr>
              <a:t>ROOFTOP SOLAR ENERGY MONITOR  •  JAVA PROJECT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519513-D3D4-18E7-8685-30797B66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2" y="841248"/>
            <a:ext cx="5477990" cy="41422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867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Shanmuk Hari Guptha</cp:lastModifiedBy>
  <cp:revision>4</cp:revision>
  <dcterms:created xsi:type="dcterms:W3CDTF">2013-01-27T09:14:16Z</dcterms:created>
  <dcterms:modified xsi:type="dcterms:W3CDTF">2026-10-16T14:39:47Z</dcterms:modified>
  <cp:category/>
</cp:coreProperties>
</file>